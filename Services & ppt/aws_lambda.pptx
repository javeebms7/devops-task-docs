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Lambda</a:t>
            </a:r>
          </a:p>
        </p:txBody>
      </p:sp>
      <p:sp>
        <p:nvSpPr>
          <p:cNvPr id="9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Server less compute service by AWS</a:t>
            </a:r>
          </a:p>
          <a:p>
            <a:pPr/>
            <a:r>
              <a:t>Run code without managing servers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Simple Definition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Upload code and run it only when needed</a:t>
            </a:r>
          </a:p>
          <a:p>
            <a:pPr/>
            <a:r>
              <a:t>AWS handles servers, scaling, availability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It Works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1. Write code</a:t>
            </a:r>
          </a:p>
          <a:p>
            <a:pPr marL="0" indent="0">
              <a:buSzTx/>
              <a:buFontTx/>
              <a:buNone/>
            </a:pPr>
            <a:r>
              <a:t>2. Upload to Lambda</a:t>
            </a:r>
          </a:p>
          <a:p>
            <a:pPr marL="0" indent="0">
              <a:buSzTx/>
              <a:buFontTx/>
              <a:buNone/>
            </a:pPr>
            <a:r>
              <a:t>3. Set trigger</a:t>
            </a:r>
          </a:p>
          <a:p>
            <a:pPr marL="0" indent="0">
              <a:buSzTx/>
              <a:buFontTx/>
              <a:buNone/>
            </a:pPr>
            <a:r>
              <a:t>4. Runs automatically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Lambda?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No server management</a:t>
            </a:r>
          </a:p>
          <a:p>
            <a:pPr/>
            <a:r>
              <a:t>Auto scaling</a:t>
            </a:r>
          </a:p>
          <a:p>
            <a:pPr/>
            <a:r>
              <a:t>Pay per use</a:t>
            </a:r>
          </a:p>
          <a:p>
            <a:pPr/>
            <a:r>
              <a:t>Event-driven</a:t>
            </a:r>
          </a:p>
          <a:p>
            <a:pPr/>
            <a:r>
              <a:t>Fast 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Use Cases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File processing</a:t>
            </a:r>
          </a:p>
          <a:p>
            <a:pPr/>
            <a:r>
              <a:t>Backend APIs</a:t>
            </a:r>
          </a:p>
          <a:p>
            <a:pPr/>
            <a:r>
              <a:t>Automation</a:t>
            </a:r>
          </a:p>
          <a:p>
            <a:pPr/>
            <a:r>
              <a:t>Data processing</a:t>
            </a:r>
          </a:p>
          <a:p>
            <a:pPr/>
            <a:r>
              <a:t>Notifications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Lambda vs EC2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Lambda: No servers, auto scaling, pay per use</a:t>
            </a:r>
          </a:p>
          <a:p>
            <a:pPr/>
            <a:r>
              <a:t>EC2: Manage servers, pay per hour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to Use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Short tasks</a:t>
            </a:r>
          </a:p>
          <a:p>
            <a:pPr/>
            <a:r>
              <a:t>Event-driven apps</a:t>
            </a:r>
          </a:p>
          <a:p>
            <a:pPr/>
            <a:r>
              <a:t>No server management needed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Not to Use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Long running tasks (&gt;15 min)</a:t>
            </a:r>
          </a:p>
          <a:p>
            <a:pPr/>
            <a:r>
              <a:t>Heavy workloads</a:t>
            </a:r>
          </a:p>
          <a:p>
            <a:pPr/>
            <a:r>
              <a:t>Need full OS control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</a:lstStyle>
          <a:p>
            <a:pPr/>
            <a:r>
              <a:t>Run code without servers, only when needed, pay per execution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