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Secrets Manager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Securely Store &amp; Manage Secrets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Secrets Manager?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Managed secret storage service</a:t>
            </a:r>
          </a:p>
          <a:p>
            <a:pPr/>
            <a:r>
              <a:t>Stores passwords, API keys &amp; credentials</a:t>
            </a:r>
          </a:p>
          <a:p>
            <a:pPr/>
            <a:r>
              <a:t>Helps applications access secrets securely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Do We Use Secrets Manager?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Avoid hardcoding passwords in code</a:t>
            </a:r>
          </a:p>
          <a:p>
            <a:pPr/>
            <a:r>
              <a:t>Improve application security</a:t>
            </a:r>
          </a:p>
          <a:p>
            <a:pPr/>
            <a:r>
              <a:t>Centralized secret management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Automatic secret rotation</a:t>
            </a:r>
          </a:p>
          <a:p>
            <a:pPr/>
            <a:r>
              <a:t>Encryption using AWS KMS</a:t>
            </a:r>
          </a:p>
          <a:p>
            <a:pPr/>
            <a:r>
              <a:t>Fine-grained IAM access control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Common Secrets Stored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Database credentials</a:t>
            </a:r>
          </a:p>
          <a:p>
            <a:pPr/>
            <a:r>
              <a:t>API keys</a:t>
            </a:r>
          </a:p>
          <a:p>
            <a:pPr/>
            <a:r>
              <a:t>SSH keys</a:t>
            </a:r>
          </a:p>
          <a:p>
            <a:pPr/>
            <a:r>
              <a:t>Application passwords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Real-Life Use Cases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Lambda connecting to RDS securely</a:t>
            </a:r>
          </a:p>
          <a:p>
            <a:pPr/>
            <a:r>
              <a:t>Applications using third-party APIs</a:t>
            </a:r>
          </a:p>
          <a:p>
            <a:pPr/>
            <a:r>
              <a:t>Micro-services authentication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Benefits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Improves security</a:t>
            </a:r>
          </a:p>
          <a:p>
            <a:pPr/>
            <a:r>
              <a:t>Reduces manual password management</a:t>
            </a:r>
          </a:p>
          <a:p>
            <a:pPr/>
            <a:r>
              <a:t>Easy integration with AWS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Secrets Manager Architecture</a:t>
            </a:r>
          </a:p>
        </p:txBody>
      </p:sp>
      <p:grpSp>
        <p:nvGrpSpPr>
          <p:cNvPr id="118" name="Rounded Rectangle 2"/>
          <p:cNvGrpSpPr/>
          <p:nvPr/>
        </p:nvGrpSpPr>
        <p:grpSpPr>
          <a:xfrm>
            <a:off x="457200" y="1828800"/>
            <a:ext cx="1828800" cy="914400"/>
            <a:chOff x="0" y="0"/>
            <a:chExt cx="1828800" cy="9144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Application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Application</a:t>
              </a:r>
            </a:p>
          </p:txBody>
        </p:sp>
      </p:grpSp>
      <p:grpSp>
        <p:nvGrpSpPr>
          <p:cNvPr id="121" name="Rounded Rectangle 3"/>
          <p:cNvGrpSpPr/>
          <p:nvPr/>
        </p:nvGrpSpPr>
        <p:grpSpPr>
          <a:xfrm>
            <a:off x="3200400" y="1828800"/>
            <a:ext cx="1828800" cy="914400"/>
            <a:chOff x="0" y="0"/>
            <a:chExt cx="1828800" cy="9144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Secrets Manager"/>
            <p:cNvSpPr txBox="1"/>
            <p:nvPr/>
          </p:nvSpPr>
          <p:spPr>
            <a:xfrm>
              <a:off x="95119" y="144606"/>
              <a:ext cx="1638562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Secrets Manager</a:t>
              </a:r>
            </a:p>
          </p:txBody>
        </p:sp>
      </p:grpSp>
      <p:grpSp>
        <p:nvGrpSpPr>
          <p:cNvPr id="124" name="Rounded Rectangle 4"/>
          <p:cNvGrpSpPr/>
          <p:nvPr/>
        </p:nvGrpSpPr>
        <p:grpSpPr>
          <a:xfrm>
            <a:off x="5943600" y="1828800"/>
            <a:ext cx="1828800" cy="914400"/>
            <a:chOff x="0" y="0"/>
            <a:chExt cx="1828800" cy="9144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RDS / Database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RDS / Database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2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Secrets Manager securely stores secrets</a:t>
            </a:r>
          </a:p>
          <a:p>
            <a:pPr/>
            <a:r>
              <a:t>Supports automatic rotation</a:t>
            </a:r>
          </a:p>
          <a:p>
            <a:pPr/>
            <a:r>
              <a:t>Integrated with KMS and IAM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