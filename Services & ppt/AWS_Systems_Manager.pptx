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AWS Systems Manager (SSM)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Centralised Management for AWS Resources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AWS Systems Manager?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Managed AWS operations service</a:t>
            </a:r>
          </a:p>
          <a:p>
            <a:pPr/>
            <a:r>
              <a:t>Helps manage EC2 and AWS resources</a:t>
            </a:r>
          </a:p>
          <a:p>
            <a:pPr/>
            <a:r>
              <a:t>Provides centralized operational control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Use AWS Systems Manager?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Manage servers without SSH</a:t>
            </a:r>
          </a:p>
          <a:p>
            <a:pPr/>
            <a:r>
              <a:t>Automate operational tasks</a:t>
            </a:r>
          </a:p>
          <a:p>
            <a:pPr/>
            <a:r>
              <a:t>Improve security and visibility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Features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Session Manager</a:t>
            </a:r>
          </a:p>
          <a:p>
            <a:pPr/>
            <a:r>
              <a:t>Patch Manager</a:t>
            </a:r>
          </a:p>
          <a:p>
            <a:pPr/>
            <a:r>
              <a:t>Run Command</a:t>
            </a:r>
          </a:p>
          <a:p>
            <a:pPr/>
            <a:r>
              <a:t>Parameter Store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Session Manager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Connect to EC2 securely</a:t>
            </a:r>
          </a:p>
          <a:p>
            <a:pPr/>
            <a:r>
              <a:t>No need for SSH keys</a:t>
            </a:r>
          </a:p>
          <a:p>
            <a:pPr/>
            <a:r>
              <a:t>Browser-based access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Run Command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Execute commands remotely</a:t>
            </a:r>
          </a:p>
          <a:p>
            <a:pPr/>
            <a:r>
              <a:t>Manage multiple servers together</a:t>
            </a:r>
          </a:p>
          <a:p>
            <a:pPr/>
            <a:r>
              <a:t>Automate administration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Patch Manager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Automates OS patching</a:t>
            </a:r>
          </a:p>
          <a:p>
            <a:pPr/>
            <a:r>
              <a:t>Improves security compliance</a:t>
            </a:r>
          </a:p>
          <a:p>
            <a:pPr/>
            <a:r>
              <a:t>Schedules patch updates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Parameter Store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Stores configuration values</a:t>
            </a:r>
          </a:p>
          <a:p>
            <a:pPr/>
            <a:r>
              <a:t>Stores secrets securely</a:t>
            </a:r>
          </a:p>
          <a:p>
            <a:pPr/>
            <a:r>
              <a:t>Integrated with IAM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Common Use Cases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Server management</a:t>
            </a:r>
          </a:p>
          <a:p>
            <a:pPr/>
            <a:r>
              <a:t>Automated patching</a:t>
            </a:r>
          </a:p>
          <a:p>
            <a:pPr/>
            <a:r>
              <a:t>Configuration management</a:t>
            </a:r>
          </a:p>
          <a:p>
            <a:pPr/>
            <a:r>
              <a:t>Secure EC2 access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AWS Systems Manager Architecture</a:t>
            </a:r>
          </a:p>
        </p:txBody>
      </p:sp>
      <p:grpSp>
        <p:nvGrpSpPr>
          <p:cNvPr id="124" name="Rounded Rectangle 2"/>
          <p:cNvGrpSpPr/>
          <p:nvPr/>
        </p:nvGrpSpPr>
        <p:grpSpPr>
          <a:xfrm>
            <a:off x="274320" y="1828800"/>
            <a:ext cx="1828801" cy="914400"/>
            <a:chOff x="0" y="0"/>
            <a:chExt cx="1828800" cy="914400"/>
          </a:xfrm>
        </p:grpSpPr>
        <p:sp>
          <p:nvSpPr>
            <p:cNvPr id="122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3" name="Admin/User"/>
            <p:cNvSpPr txBox="1"/>
            <p:nvPr/>
          </p:nvSpPr>
          <p:spPr>
            <a:xfrm>
              <a:off x="95119" y="290656"/>
              <a:ext cx="16385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Admin/User</a:t>
              </a:r>
            </a:p>
          </p:txBody>
        </p:sp>
      </p:grpSp>
      <p:grpSp>
        <p:nvGrpSpPr>
          <p:cNvPr id="127" name="Rounded Rectangle 3"/>
          <p:cNvGrpSpPr/>
          <p:nvPr/>
        </p:nvGrpSpPr>
        <p:grpSpPr>
          <a:xfrm>
            <a:off x="3017520" y="1828800"/>
            <a:ext cx="1828801" cy="914400"/>
            <a:chOff x="0" y="0"/>
            <a:chExt cx="1828800" cy="914400"/>
          </a:xfrm>
        </p:grpSpPr>
        <p:sp>
          <p:nvSpPr>
            <p:cNvPr id="125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6" name="AWS Systems Manager"/>
            <p:cNvSpPr txBox="1"/>
            <p:nvPr/>
          </p:nvSpPr>
          <p:spPr>
            <a:xfrm>
              <a:off x="95119" y="144606"/>
              <a:ext cx="1638562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AWS Systems Manager</a:t>
              </a:r>
            </a:p>
          </p:txBody>
        </p:sp>
      </p:grpSp>
      <p:grpSp>
        <p:nvGrpSpPr>
          <p:cNvPr id="130" name="Rounded Rectangle 4"/>
          <p:cNvGrpSpPr/>
          <p:nvPr/>
        </p:nvGrpSpPr>
        <p:grpSpPr>
          <a:xfrm>
            <a:off x="5760720" y="1828800"/>
            <a:ext cx="1828801" cy="914400"/>
            <a:chOff x="0" y="0"/>
            <a:chExt cx="1828800" cy="914400"/>
          </a:xfrm>
        </p:grpSpPr>
        <p:sp>
          <p:nvSpPr>
            <p:cNvPr id="128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9" name="EC2 Instances"/>
            <p:cNvSpPr txBox="1"/>
            <p:nvPr/>
          </p:nvSpPr>
          <p:spPr>
            <a:xfrm>
              <a:off x="95119" y="290656"/>
              <a:ext cx="16385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EC2 Instances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Summary</a:t>
            </a:r>
          </a:p>
        </p:txBody>
      </p:sp>
      <p:sp>
        <p:nvSpPr>
          <p:cNvPr id="13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Systems Manager centralized operations</a:t>
            </a:r>
          </a:p>
          <a:p>
            <a:pPr/>
            <a:r>
              <a:t>Improves automation and security</a:t>
            </a:r>
          </a:p>
          <a:p>
            <a:pPr/>
            <a:r>
              <a:t>Helps manage AWS infrastructure efficiently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