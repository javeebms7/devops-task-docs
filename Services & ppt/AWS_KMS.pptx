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Key Management Service (KMS)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AWS KMS?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AWS KMS stands for AWS Key Management Service</a:t>
            </a:r>
          </a:p>
          <a:p>
            <a:pPr/>
            <a:r>
              <a:t>It is a managed encryption key service provided by AWS</a:t>
            </a:r>
          </a:p>
          <a:p>
            <a:pPr/>
            <a:r>
              <a:t>Used to create, manage, and control cryptographic keys</a:t>
            </a:r>
          </a:p>
          <a:p>
            <a:pPr/>
            <a:r>
              <a:t>Helps secure sensitive cloud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Core Concepts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KMS Keys</a:t>
            </a:r>
          </a:p>
          <a:p>
            <a:pPr/>
            <a:r>
              <a:t>Envelope Encryption</a:t>
            </a:r>
          </a:p>
          <a:p>
            <a:pPr/>
            <a:r>
              <a:t>IAM and Key Policies</a:t>
            </a:r>
          </a:p>
          <a:p>
            <a:pPr/>
            <a:r>
              <a:t>Data Keys and Master Keys</a:t>
            </a:r>
          </a:p>
          <a:p>
            <a:pPr/>
            <a:r>
              <a:t>Automatic Key Rotation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Uses of AWS KMS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Encrypting Amazon S3 objects</a:t>
            </a:r>
          </a:p>
          <a:p>
            <a:pPr/>
            <a:r>
              <a:t>Encrypting Amazon RDS databases</a:t>
            </a:r>
          </a:p>
          <a:p>
            <a:pPr/>
            <a:r>
              <a:t>Securing EBS volumes</a:t>
            </a:r>
          </a:p>
          <a:p>
            <a:pPr/>
            <a:r>
              <a:t>Encrypting Lambda environment variables</a:t>
            </a:r>
          </a:p>
          <a:p>
            <a:pPr/>
            <a:r>
              <a:t>Protecting passwords, API keys, and secrets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AWS KMS Works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Application requests a data key from KMS</a:t>
            </a:r>
          </a:p>
          <a:p>
            <a:pPr/>
            <a:r>
              <a:t>KMS generates a secure data key</a:t>
            </a:r>
          </a:p>
          <a:p>
            <a:pPr/>
            <a:r>
              <a:t>Application encrypts data using the data key</a:t>
            </a:r>
          </a:p>
          <a:p>
            <a:pPr/>
            <a:r>
              <a:t>Encrypted data and encrypted key are stored</a:t>
            </a:r>
          </a:p>
          <a:p>
            <a:pPr/>
            <a:r>
              <a:t>KMS decrypts data key when needed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Envelope Encryption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Data is encrypted using a temporary data key</a:t>
            </a:r>
          </a:p>
          <a:p>
            <a:pPr/>
            <a:r>
              <a:t>Data key is encrypted using the KMS master key</a:t>
            </a:r>
          </a:p>
          <a:p>
            <a:pPr/>
            <a:r>
              <a:t>Improves security and performance</a:t>
            </a:r>
          </a:p>
          <a:p>
            <a:pPr/>
            <a:r>
              <a:t>Widely used in AWS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Features of AWS KMS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Automatic key rotation</a:t>
            </a:r>
          </a:p>
          <a:p>
            <a:pPr/>
            <a:r>
              <a:t>Integration with AWS services</a:t>
            </a:r>
          </a:p>
          <a:p>
            <a:pPr/>
            <a:r>
              <a:t>CloudTrail audit logging</a:t>
            </a:r>
          </a:p>
          <a:p>
            <a:pPr/>
            <a:r>
              <a:t>Fine-grained access control</a:t>
            </a:r>
          </a:p>
          <a:p>
            <a:pPr/>
            <a:r>
              <a:t>Hardware Security Module (HSM) protection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Advantages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Fully managed service</a:t>
            </a:r>
          </a:p>
          <a:p>
            <a:pPr/>
            <a:r>
              <a:t>Highly scalable</a:t>
            </a:r>
          </a:p>
          <a:p>
            <a:pPr/>
            <a:r>
              <a:t>Easy integration</a:t>
            </a:r>
          </a:p>
          <a:p>
            <a:pPr/>
            <a:r>
              <a:t>Compliance support</a:t>
            </a:r>
          </a:p>
          <a:p>
            <a:pPr/>
            <a:r>
              <a:t>Strong encryption security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Limitations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API request costs</a:t>
            </a:r>
          </a:p>
          <a:p>
            <a:pPr/>
            <a:r>
              <a:t>Regional key restrictions</a:t>
            </a:r>
          </a:p>
          <a:p>
            <a:pPr/>
            <a:r>
              <a:t>Slight latency for encryption operations</a:t>
            </a:r>
          </a:p>
          <a:p>
            <a:pPr/>
            <a:r>
              <a:t>Key deletion waiting period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AWS KMS securely manages encryption keys</a:t>
            </a:r>
          </a:p>
          <a:p>
            <a:pPr/>
            <a:r>
              <a:t>Provides centralised encryption control</a:t>
            </a:r>
          </a:p>
          <a:p>
            <a:pPr/>
            <a:r>
              <a:t>Improves cloud security and compliance</a:t>
            </a:r>
          </a:p>
          <a:p>
            <a:pPr/>
            <a:r>
              <a:t>Widely used across AWS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